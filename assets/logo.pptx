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00D68-398D-B15C-C86E-D10024B64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8EBEB3-C4CE-44AD-6706-FCAB0E392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DF341A-C3BD-F160-8E99-F21A3C63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E97A3-95A1-2A3B-2E7C-856F773A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3885D5-65A2-7FD7-9E3E-812D0748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86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9EEAD-9BAD-9454-657E-153007EB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99519-6BF5-D940-2B99-600EDE158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3E13E-D2A4-985D-EF42-DF6EEEA2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2D4A9-94E7-6B97-7576-81DD1B66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51C989-2C36-4A49-1C9C-B358D4C6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85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88281-4113-D9AF-5606-912B25D1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6A948-5FF2-2A10-9B08-69C52DE4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EF30E8-804A-A842-DC88-746F0F73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83044-430F-BD66-C8E7-310A303B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26E3AE-433D-7683-CA6C-5FC224496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419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898DB-65BA-683A-D8A3-5ECF6C90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9BF281-4009-E85E-BF94-FC8C8B93A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665AF-E784-DE16-DD66-405B9DDFB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E5D132-2FA6-A843-2BE5-C01BBA89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8F4FE0-DDC8-2953-0FDF-2D79AA16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FE18A8-DF64-5685-2004-1AE22154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76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3401B-A319-2006-DE1B-C78AA175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0928D5-686E-9C79-FC3A-34DBE13D2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48CD69-89B7-F4FD-DA80-51FA8708A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8D27B7-85B1-F4B5-7D94-C23AAC886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ACE27D-29ED-728C-0C0B-EB0950224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BC35E8-C3DE-F574-E97A-7493FC42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79A3D7-43AB-85CE-CD4F-D07EEE52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271188-1AE8-BA79-9C77-FEE349C4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3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E6493-3DB0-F260-B8C5-B56BF9A8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AE5D7E-0C93-762A-63AF-1BAF09B72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D10070-4CDB-7AD2-B678-B00BF222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2E76B4-126A-2C5C-6670-AE54280D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27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6FE665-9E4D-E11E-5FCE-110FC6F0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31AF0-5D50-4769-33AE-20A9267B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3B46B4-9202-00D9-BA60-ED61AFAA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42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94C79-C67A-A574-A210-1776F620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3AC42-E62F-CD56-4E1B-BF0492A31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E5B55B-66BC-4832-34D1-C4222ACCB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AE4497-55E5-FCBD-3E4E-00651E6D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335AC1-767B-7EF9-F04F-6CA1BE7A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89F30C-C57E-0312-B045-7429EAD0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79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87648-019C-206B-D186-74F24E1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0169B1-EFA5-1855-AB9A-BD21ADC20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E6078E-4399-BC2C-0BEA-5040DC8A2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13DFD-53EC-1AA4-556A-476BF1CC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B3F318-5729-9B03-C401-54D7B88B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FB942-6324-F03D-FACB-AF0DB5DD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63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6D116-1341-2F4A-EDF9-CF68A3CF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1C10-56D0-9A85-0DD2-6FA4A0377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0B66B-85D5-FCE7-E17A-77437256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F3C71D-2F22-3C85-F5ED-7632CEF9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4A082-8A43-EA29-162D-B376ECC2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83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900267-FCFE-707A-4438-7EACB08E8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26E3BF-592D-5ABF-94DE-DE31DBEE7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3CDF1-BAD6-7C21-F78B-7905AB2E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3F879F-48CE-9F0F-6FC2-0F2A5B41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DA791-E08D-2E1E-4862-3081DB20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15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97091-D329-33B6-0EBD-FC32C061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2D19FC-233D-A377-B4FE-9B8F2EF05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E5FB2-1711-870C-1FB5-FCECBCA4E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0CF4E-8ECD-4CE9-AF56-848FCC126BD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DE908-D154-9BB2-2769-13D5BEF29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BF223-6CB5-8093-DE92-2CBB819CB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305AA-D534-4948-B9CC-4DCA97C98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7651A-0FF7-4926-E818-1694090CE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DA7F3F-B87E-4FDE-3AFC-7006DD9B2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493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37F37E-5F44-2AE9-AB4E-1972A8CC1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847725"/>
            <a:ext cx="5438775" cy="51625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F04A90-2F8E-7687-D518-46029ADD6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046" y="2271179"/>
            <a:ext cx="2068640" cy="2315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AF14F6-BF8C-FA7C-E272-3B6C113D2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52" y="3034284"/>
            <a:ext cx="638175" cy="990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16878E4-00AD-9A87-3594-B6C5D1C6F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675" y="3084042"/>
            <a:ext cx="361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AFC045-8E6B-CD2C-6F54-EBE01CFE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347662"/>
            <a:ext cx="61626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5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12C00D-7E91-857C-7B3E-8913871C1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3C71F0-4EB5-6391-E590-748E6628AB49}"/>
              </a:ext>
            </a:extLst>
          </p:cNvPr>
          <p:cNvSpPr/>
          <p:nvPr/>
        </p:nvSpPr>
        <p:spPr>
          <a:xfrm>
            <a:off x="4143375" y="1543868"/>
            <a:ext cx="3905250" cy="3770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¥</a:t>
            </a:r>
            <a:endParaRPr kumimoji="0" lang="zh-CN" altLang="en-US" sz="23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80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6B91-2033-13A9-0C41-557CABE9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FB0BBD-2557-ED55-4EC7-C911F790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FAD859C-2746-BB75-F67F-6D99AAD39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51"/>
          <a:stretch>
            <a:fillRect/>
          </a:stretch>
        </p:blipFill>
        <p:spPr>
          <a:xfrm>
            <a:off x="3430359" y="582552"/>
            <a:ext cx="5331281" cy="56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1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Jialin Zhang</dc:creator>
  <cp:lastModifiedBy>Jialin Zhang</cp:lastModifiedBy>
  <cp:revision>1</cp:revision>
  <dcterms:created xsi:type="dcterms:W3CDTF">2026-04-05T01:52:08Z</dcterms:created>
  <dcterms:modified xsi:type="dcterms:W3CDTF">2026-04-05T01:52:24Z</dcterms:modified>
</cp:coreProperties>
</file>